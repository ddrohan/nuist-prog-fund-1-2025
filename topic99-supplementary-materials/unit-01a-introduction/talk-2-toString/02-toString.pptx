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465" r:id="rId3"/>
    <p:sldId id="649" r:id="rId4"/>
    <p:sldId id="705" r:id="rId5"/>
    <p:sldId id="711" r:id="rId6"/>
    <p:sldId id="707" r:id="rId7"/>
    <p:sldId id="706" r:id="rId8"/>
    <p:sldId id="647" r:id="rId9"/>
    <p:sldId id="709" r:id="rId10"/>
    <p:sldId id="710" r:id="rId11"/>
    <p:sldId id="305" r:id="rId12"/>
    <p:sldId id="298" r:id="rId13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02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608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9/14/23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775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509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317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219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59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6953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The </a:t>
            </a:r>
            <a:r>
              <a:rPr lang="en-IE" sz="2800" dirty="0" err="1">
                <a:solidFill>
                  <a:srgbClr val="1181F3"/>
                </a:solidFill>
                <a:latin typeface="Monaco" pitchFamily="2" charset="77"/>
              </a:rPr>
              <a:t>toString</a:t>
            </a:r>
            <a:r>
              <a:rPr lang="en-IE" sz="2800" dirty="0">
                <a:solidFill>
                  <a:srgbClr val="1181F3"/>
                </a:solidFill>
                <a:latin typeface="Monaco" pitchFamily="2" charset="77"/>
              </a:rPr>
              <a:t>() </a:t>
            </a:r>
            <a:r>
              <a:rPr lang="en-IE" sz="2800" dirty="0">
                <a:solidFill>
                  <a:schemeClr val="tx1"/>
                </a:solidFill>
              </a:rPr>
              <a:t>method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6463" y="313298"/>
            <a:ext cx="2731379" cy="431557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and How to use it</a:t>
            </a:r>
            <a:endParaRPr lang="en-IE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we wish to print out the contents of an object?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We could just use getters wherever we need to access the values? </a:t>
            </a:r>
            <a:br>
              <a:rPr lang="en-IE" dirty="0"/>
            </a:br>
            <a:r>
              <a:rPr lang="en-IE" dirty="0"/>
              <a:t>	</a:t>
            </a:r>
          </a:p>
          <a:p>
            <a:r>
              <a:rPr lang="en-IE" dirty="0"/>
              <a:t>We have a better way… 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toString()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B00E6-EDCD-8BA3-1FB0-493BA5DE1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4BB65-38D2-5278-F3BB-FB3ED4B497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980327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start to write a toString() method for each class. </a:t>
            </a:r>
          </a:p>
          <a:p>
            <a:pPr lvl="1"/>
            <a:r>
              <a:rPr lang="en-US" dirty="0"/>
              <a:t>It will be public</a:t>
            </a:r>
          </a:p>
          <a:p>
            <a:pPr lvl="1"/>
            <a:r>
              <a:rPr lang="en-US" dirty="0"/>
              <a:t>It can be basic or complicated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Then other classes can get a ’string’ version of the object at any time. </a:t>
            </a:r>
            <a:br>
              <a:rPr lang="en-IE" dirty="0"/>
            </a:br>
            <a:r>
              <a:rPr lang="en-IE" dirty="0"/>
              <a:t>	</a:t>
            </a:r>
          </a:p>
          <a:p>
            <a:r>
              <a:rPr lang="en-IE" dirty="0"/>
              <a:t>This is useful if we wish to </a:t>
            </a:r>
          </a:p>
          <a:p>
            <a:pPr lvl="1"/>
            <a:r>
              <a:rPr lang="en-IE" dirty="0"/>
              <a:t>Examine an object’s value</a:t>
            </a:r>
          </a:p>
          <a:p>
            <a:pPr lvl="1"/>
            <a:r>
              <a:rPr lang="en-IE" dirty="0"/>
              <a:t>Print out an object for reporting purposes. 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9E1D0-CFC9-67AE-3BDC-2B2A1CB7F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41186-F7CA-51CC-B1AA-92971FC43C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67267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>
                <a:solidFill>
                  <a:srgbClr val="1181F3"/>
                </a:solidFill>
                <a:latin typeface="Monaco" pitchFamily="2" charset="77"/>
              </a:rPr>
              <a:t>toString</a:t>
            </a:r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()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firstly write a toString() for a simple class (Spot)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Then we will develop a class (Spots) whose main function is to have an array of Spot.</a:t>
            </a:r>
          </a:p>
          <a:p>
            <a:pPr lvl="1"/>
            <a:r>
              <a:rPr lang="en-IE" dirty="0"/>
              <a:t>We will write a toString() for this collection</a:t>
            </a:r>
          </a:p>
          <a:p>
            <a:pPr lvl="1"/>
            <a:r>
              <a:rPr lang="en-IE" dirty="0"/>
              <a:t>This toString() uses the Spot toString()..	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4439F-0E24-9120-3B5A-FE309F366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FA71A-84D7-845A-08B8-C10E1D302D1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155458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 1. Example of </a:t>
            </a:r>
            <a:r>
              <a:rPr lang="en-IE" dirty="0">
                <a:solidFill>
                  <a:srgbClr val="1181F3"/>
                </a:solidFill>
              </a:rPr>
              <a:t>toString() </a:t>
            </a:r>
            <a:r>
              <a:rPr lang="en-IE" dirty="0"/>
              <a:t>in Spot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B2773-9766-8346-B7CC-6ACB4806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1014984"/>
            <a:ext cx="4883708" cy="291465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2076508" y="4265676"/>
            <a:ext cx="4642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Simple Spot Class – Note the toString()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B892A-FCEA-2C59-D7F5-E87631276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F2141-6F10-D83F-20EF-E4B7D8E3D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30293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 1. Using </a:t>
            </a:r>
            <a:r>
              <a:rPr lang="en-IE" dirty="0">
                <a:solidFill>
                  <a:srgbClr val="1181F3"/>
                </a:solidFill>
              </a:rPr>
              <a:t>toString()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2834185" y="3936743"/>
            <a:ext cx="3475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Driver Class using toString()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932FF-2C86-4E4A-A286-873DA8B1A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18" y="1106424"/>
            <a:ext cx="6663121" cy="2260855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96A6B-2F65-2716-94A7-DA8A37706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84EFF-D4AE-FC9F-AED9-6D1736BC762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4522981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 2. </a:t>
            </a:r>
            <a:r>
              <a:rPr lang="en-IE" dirty="0" err="1">
                <a:solidFill>
                  <a:srgbClr val="1181F3"/>
                </a:solidFill>
              </a:rPr>
              <a:t>toString</a:t>
            </a:r>
            <a:r>
              <a:rPr lang="en-IE" dirty="0">
                <a:solidFill>
                  <a:srgbClr val="1181F3"/>
                </a:solidFill>
              </a:rPr>
              <a:t>() </a:t>
            </a:r>
            <a:r>
              <a:rPr lang="en-IE" dirty="0"/>
              <a:t>for a collection of Spots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B2773-9766-8346-B7CC-6ACB4806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950976"/>
            <a:ext cx="4883708" cy="291465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1517317" y="4137660"/>
            <a:ext cx="6109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Simple Spot Class – Note the toString() (no change)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0BAF7-36B3-F54A-2A48-0D40A6C20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CF338-B56A-A0A0-91C5-BFE76A193AC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295491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 2. introduce Spots with an array of Spot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1688838" y="4381685"/>
            <a:ext cx="5766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Spots Class – Note the toString() – needs a loop)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C1E3D-83B3-AE4F-9806-BD49AFFC4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4" y="908939"/>
            <a:ext cx="4972050" cy="3325622"/>
          </a:xfrm>
          <a:prstGeom prst="rect">
            <a:avLst/>
          </a:prstGeom>
          <a:effectLst>
            <a:outerShdw blurRad="431544" dist="50800" dir="5400000" algn="ctr" rotWithShape="0">
              <a:srgbClr val="000000">
                <a:alpha val="73000"/>
              </a:srgbClr>
            </a:outerShdw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3180-FE09-F373-DE0D-1552A8B6E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3C5F0-A736-FAD0-9D7B-714E5E48ADE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1593952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</a:t>
            </a:r>
            <a:r>
              <a:rPr lang="en-IE" dirty="0">
                <a:solidFill>
                  <a:srgbClr val="1181F3"/>
                </a:solidFill>
              </a:rPr>
              <a:t>toString()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1389077" y="3969609"/>
            <a:ext cx="636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Driver Class using toString() on spots – note similarity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602F3-5AC2-C94B-80F0-030E54AA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09" y="973836"/>
            <a:ext cx="7663582" cy="262890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9EE32-113A-EAE5-3A8D-22F070735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972CD-102F-09AA-11BC-D08A169D092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2962603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38694</TotalTime>
  <Words>349</Words>
  <Application>Microsoft Macintosh PowerPoint</Application>
  <PresentationFormat>On-screen Show (16:9)</PresentationFormat>
  <Paragraphs>65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Avenir</vt:lpstr>
      <vt:lpstr>Calibri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Why toString()</vt:lpstr>
      <vt:lpstr>toString()</vt:lpstr>
      <vt:lpstr>toString()</vt:lpstr>
      <vt:lpstr>Ex 1. Example of toString() in Spot</vt:lpstr>
      <vt:lpstr>Ex 1. Using toString()</vt:lpstr>
      <vt:lpstr>Ex 2. toString() for a collection of Spots</vt:lpstr>
      <vt:lpstr>Ex 2. introduce Spots with an array of Spot</vt:lpstr>
      <vt:lpstr>Using toString()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276</cp:revision>
  <dcterms:created xsi:type="dcterms:W3CDTF">2019-01-29T16:40:14Z</dcterms:created>
  <dcterms:modified xsi:type="dcterms:W3CDTF">2023-09-14T09:41:04Z</dcterms:modified>
</cp:coreProperties>
</file>